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2" r:id="rId3"/>
    <p:sldId id="263" r:id="rId4"/>
    <p:sldId id="258" r:id="rId5"/>
    <p:sldId id="264" r:id="rId6"/>
    <p:sldId id="289" r:id="rId7"/>
    <p:sldId id="259" r:id="rId8"/>
    <p:sldId id="265" r:id="rId9"/>
    <p:sldId id="260" r:id="rId10"/>
    <p:sldId id="290" r:id="rId11"/>
    <p:sldId id="291" r:id="rId12"/>
    <p:sldId id="273" r:id="rId13"/>
    <p:sldId id="267" r:id="rId14"/>
    <p:sldId id="271" r:id="rId15"/>
    <p:sldId id="293" r:id="rId16"/>
    <p:sldId id="261" r:id="rId17"/>
    <p:sldId id="266" r:id="rId18"/>
    <p:sldId id="272" r:id="rId19"/>
    <p:sldId id="274" r:id="rId20"/>
    <p:sldId id="275" r:id="rId21"/>
    <p:sldId id="282" r:id="rId22"/>
    <p:sldId id="285" r:id="rId23"/>
    <p:sldId id="276" r:id="rId24"/>
    <p:sldId id="284" r:id="rId25"/>
    <p:sldId id="286" r:id="rId26"/>
    <p:sldId id="292" r:id="rId27"/>
    <p:sldId id="287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6" autoAdjust="0"/>
    <p:restoredTop sz="93741" autoAdjust="0"/>
  </p:normalViewPr>
  <p:slideViewPr>
    <p:cSldViewPr snapToGrid="0">
      <p:cViewPr varScale="1">
        <p:scale>
          <a:sx n="82" d="100"/>
          <a:sy n="82" d="100"/>
        </p:scale>
        <p:origin x="816" y="67"/>
      </p:cViewPr>
      <p:guideLst/>
    </p:cSldViewPr>
  </p:slideViewPr>
  <p:outlineViewPr>
    <p:cViewPr>
      <p:scale>
        <a:sx n="33" d="100"/>
        <a:sy n="33" d="100"/>
      </p:scale>
      <p:origin x="0" y="-78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44CA1-D744-4DEA-8313-350ECD279708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EAE24-DA3D-4696-9FCD-A67F3AB44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8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EAE24-DA3D-4696-9FCD-A67F3AB443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290F-F453-4324-9499-9C1B3329774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6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B1B21-C056-42B1-956A-48C55058604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6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0D3C-44D8-4C14-BF7E-BED8E1984CF4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5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2A671-EE95-4052-B5CC-79F664D0D320}" type="datetime1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4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58381-0D1A-477F-A6B1-3237A64F192D}" type="datetime1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0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D2-215B-48F7-9E5D-4D21488F477A}" type="datetime1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3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DC4F-907E-4293-88B4-27453B65BF4C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4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1EAD9-113D-4EC1-86B8-E94FAEA49658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FC24-3E8A-4AF4-8681-ED7989C16E72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8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4DA2-4282-4EAD-8BA0-FE66316D4225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A5EE4-57C2-41D5-AEB8-AF9AC7E428F6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28A0-294B-4EF0-B09B-EF47FB4FD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3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siim-acr-pneumothorax-segmentation/dat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452" y="165618"/>
            <a:ext cx="9144000" cy="1821054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Pneumothorax segmentation using Deep Convolutional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5452" y="2270797"/>
            <a:ext cx="9144000" cy="2534265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Members: </a:t>
            </a:r>
          </a:p>
          <a:p>
            <a:pPr marL="457200" indent="-457200">
              <a:buAutoNum type="arabicPeriod"/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Aashish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Chapain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		(THA075BCT002)</a:t>
            </a:r>
          </a:p>
          <a:p>
            <a:pPr marL="457200" indent="-457200">
              <a:buAutoNum type="arabicPeriod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Ashok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Budha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		(THA075BCT013)</a:t>
            </a:r>
          </a:p>
          <a:p>
            <a:pPr marL="457200" indent="-457200">
              <a:buAutoNum type="arabicPeriod"/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Bibek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Khanal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		(THA075BCT016)</a:t>
            </a:r>
          </a:p>
          <a:p>
            <a:pPr marL="457200" indent="-457200">
              <a:buAutoNum type="arabicPeriod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Kapil Shrestha		(THA075BCT022)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315452" y="5213181"/>
            <a:ext cx="9144000" cy="1227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 of Electronics and Computer Engineering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Thapathali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Campus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February,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16721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Presentation outlines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7199"/>
            <a:ext cx="10515600" cy="465915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Scope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Project Applications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Analysis/ Discussion of Results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Remaining Tasks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258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Motivation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Pneumothorax is hard to diagnose and fatal health condition.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Failure in treating enlarging pneumothorax can result in death.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Primary method of diagnosis is chest X-ray imaging.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Even best of medical professionals find it difficult to diagnose.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project will help to effectively segment affected part.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Thereby, largely helping the diagnosis and treatment procedure.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673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classify the Pneumothorax affected X-rays with high accuracy.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segment the affected part from the given X-ray images.</a:t>
            </a: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provide intuitive UI for classifying and segmenting provided X-rays.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88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Project Scope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AI for safe, effective and efficient diagnose of diseases.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serves as an aid to diagnose pneumothorax.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Achieving a very high accuracy on pneumothorax segmentation task.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 demographic includes medical professionals and medical companies.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351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Project Applications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by medical professionals to segment the affected part from X-ray.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by patients to find out affected part in absence of expert.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34014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 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Applied Architecture (U-Net++)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Testing Further Architectures (ResNet50 and U-net)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Metrics Comparison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8249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Sources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Primary Method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primary sources of data collection were used.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Method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set of pneumothorax affected X-rays were obtained from SIIM(Society for Imaging Informatics in Medicine) website which was hosted 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Kaggle.com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914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Augmentation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augmentation is a technique for increasing data amount.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Adding slightly modified copies of already existing data.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techniques used for data augmentation are: -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Central Cropping ,Random Brightness  and Random contrast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hue and  Random saturation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Flip up-down and flip left right </a:t>
            </a:r>
          </a:p>
          <a:p>
            <a:pPr marL="457200" lvl="1" indent="0" algn="just">
              <a:buNone/>
            </a:pPr>
            <a:r>
              <a:rPr lang="en-US" dirty="0"/>
              <a:t> </a:t>
            </a:r>
          </a:p>
          <a:p>
            <a:pPr lvl="1"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1313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Balancing The Dataset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Dataset consisted of 12,400 pneumothorax affected and unaffected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was further divided into training sets, validation set and test set.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consisted of about 2500 Pneumothorax affected X-rays and 9900 non-affected X-rays.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6978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Balancing The Dataset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Due to this reason the dataset was highly imbalanced.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Further required several processes to balance the data.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balancing, we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randomly shuffled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unaffected x-rays.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Choose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them in equal number with the affected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ones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Pneumothorax affected X-rays).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807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Fully Convolutional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Networks which doesn’t consist of a fully connected layer.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Efficiently learns to make dense predictions for per-pixel tasks. [1]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makes FCN suitable for tasks like semantic segmentation.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U-Net, U-Net++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SegNet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some of the examples of FCN. </a:t>
            </a: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2070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U-Net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was introduced by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Ronneberger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et.al. in 2015 A.D.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Proved itself exceptional in bio-medical image segmentation task.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Consists of contracting path and an expansive path.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Contracting path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downsamples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expansive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upsamples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image.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Introduces skip connections which helps recover lost information.[2]</a:t>
            </a:r>
          </a:p>
        </p:txBody>
      </p:sp>
    </p:spTree>
    <p:extLst>
      <p:ext uri="{BB962C8B-B14F-4D97-AF65-F5344CB8AC3E}">
        <p14:creationId xmlns:p14="http://schemas.microsoft.com/office/powerpoint/2010/main" val="330387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 of U-Net 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 legend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837" y="1847850"/>
            <a:ext cx="8024326" cy="4351338"/>
          </a:xfrm>
        </p:spPr>
      </p:pic>
    </p:spTree>
    <p:extLst>
      <p:ext uri="{BB962C8B-B14F-4D97-AF65-F5344CB8AC3E}">
        <p14:creationId xmlns:p14="http://schemas.microsoft.com/office/powerpoint/2010/main" val="392639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Representation of U-Net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637" y="1829237"/>
            <a:ext cx="6706725" cy="438856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15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U-Net++ architecture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New and improved version of U-Net developed by Zhou et.al. </a:t>
            </a:r>
          </a:p>
          <a:p>
            <a:pPr algn="just">
              <a:lnSpc>
                <a:spcPct val="15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Popular choice for segmentation in biomedical field. </a:t>
            </a:r>
          </a:p>
          <a:p>
            <a:pPr algn="just">
              <a:lnSpc>
                <a:spcPct val="15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Builds on features of U-Net further improving segmentation accuracy. </a:t>
            </a:r>
          </a:p>
          <a:p>
            <a:pPr algn="just">
              <a:lnSpc>
                <a:spcPct val="15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U-Net++ differs from U-Net in terms of skip connections. </a:t>
            </a:r>
          </a:p>
          <a:p>
            <a:pPr algn="just">
              <a:lnSpc>
                <a:spcPct val="15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Improved skip connections effectively captures fine grained details. [3]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0526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U-Net++ architecture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669" y="1611020"/>
            <a:ext cx="9356271" cy="432324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9812" y="5960643"/>
            <a:ext cx="780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</a:t>
            </a:r>
            <a:r>
              <a:rPr lang="en-US" i="1" dirty="0"/>
              <a:t>U-Net++ architecture representation </a:t>
            </a:r>
            <a:r>
              <a:rPr lang="en-US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49986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Semantic Segmentation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task of assigning a class label to every pixel in image.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Termed as dense prediction, as prediction is done for each pixel.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can be thought of classification of each pixel in an image.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doesn’t differ across two different instances of the same object.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5934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Semantic Segmentation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47850"/>
            <a:ext cx="7483151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4170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957"/>
            <a:ext cx="10515600" cy="43685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Evaluating a segmentation task is considered one of the hardest.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Pixel wise classification is involved.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makes difficult to establish validation with ground truth value.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evaluation metrics are IoU,Dice coefficient and pixel accuracy.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88493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one of the widely used evaluation metric. 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quantifies percent overlap between target mask and prediction output.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(Intersection over Union) which is given as 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507" y="4767943"/>
            <a:ext cx="5533052" cy="178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55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09BA-3191-4F2D-A03C-723DA14E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Plotting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No. O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pochs VS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672F35-6A95-4543-98A7-964E3BB8F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869214" cy="410755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0123-20F6-4CBD-9B3F-FD7032E8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3E9FD-BA54-4516-A8F5-3C2D8E1F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9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F4B784-C37F-4980-A2A2-F557D1A19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786" y="1825625"/>
            <a:ext cx="8103475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54669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72" y="1825625"/>
            <a:ext cx="8966719" cy="43513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5604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C80A9-1DB0-4C00-BCFF-98B94593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Analysis/Discussion of Results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2913-E028-4543-86F6-38BA3F607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 dice-metric has value of 0.35.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value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of dice-metric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been fairly low and needs to be fine tuned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plot of no. of epochs vs loss has been saturated at a point and has not been decreasing significantly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CB56-BDCF-4C21-808E-6C995653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DC3A3-5765-4B40-A5CC-191C0155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08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04" y="1832783"/>
            <a:ext cx="5579706" cy="27908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747" y="1832783"/>
            <a:ext cx="5579706" cy="27908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2371" y="1138335"/>
            <a:ext cx="398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Epoch vs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379" y="1138335"/>
            <a:ext cx="306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Epoch vs Dice-metric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72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371C-546C-4E7D-A6DB-690484C1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Remaining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1EC17-5691-4C92-BAF6-B0D126CF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Classification of Pneumothorax affected X-ray is remaining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segmentation task has not been quite accurate yet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curve of no. of epochs vs loss has been saturated which needs to be decreased.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64171-E9EA-40CC-80CD-1C0798495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1CF85-53D9-4AB3-9BC8-12DE49B3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28A0-294B-4EF0-B09B-EF47FB4FD7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91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635"/>
            <a:ext cx="10515600" cy="501165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[1] J. Long, E.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Shelhamer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T. Darrell, “Fully convolutional networks for semantic segmentation,”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2015 IEEE Conference on Computer Vision and Pattern Recognition (CVPR),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2015.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[2] O.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Ronneberger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“Invited talk: U-net convolutional networks for biomedical image segmentation,”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Informatik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aktuell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2017.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9313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[3] Z. Zhou, M. M. Rahman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Siddiquee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Tajbakhsh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J. Liang,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++: A nested U-Net Architecture for Medical Image segmentation,”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Deep Learning in Medical Image Analysis and Multimodal Learning for Clinical Decision Support,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2018.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B4AA-310A-4C07-8FB6-43EED860B22E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5307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988</Words>
  <Application>Microsoft Office PowerPoint</Application>
  <PresentationFormat>Widescreen</PresentationFormat>
  <Paragraphs>185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Pneumothorax segmentation using Deep Convolutional Networks</vt:lpstr>
      <vt:lpstr>Presentation outlines </vt:lpstr>
      <vt:lpstr>Motivation </vt:lpstr>
      <vt:lpstr>Project Objectives</vt:lpstr>
      <vt:lpstr>Project Scope</vt:lpstr>
      <vt:lpstr>Project Applications</vt:lpstr>
      <vt:lpstr>Methodology  </vt:lpstr>
      <vt:lpstr>Data Sources </vt:lpstr>
      <vt:lpstr>Data Augmentation </vt:lpstr>
      <vt:lpstr>Balancing The Dataset</vt:lpstr>
      <vt:lpstr>Balancing The Dataset</vt:lpstr>
      <vt:lpstr>Fully Convolutional Network </vt:lpstr>
      <vt:lpstr>U-Net architecture</vt:lpstr>
      <vt:lpstr>Representation of U-Net architecture legend </vt:lpstr>
      <vt:lpstr>Representation of U-Net architecture</vt:lpstr>
      <vt:lpstr>U-Net++ architecture  </vt:lpstr>
      <vt:lpstr>U-Net++ architecture</vt:lpstr>
      <vt:lpstr>Semantic Segmentation </vt:lpstr>
      <vt:lpstr>Semantic Segmentation</vt:lpstr>
      <vt:lpstr>Evaluation Metrics </vt:lpstr>
      <vt:lpstr>Evaluation Metrics </vt:lpstr>
      <vt:lpstr>Plotting Of No. Of Epochs VS Loss</vt:lpstr>
      <vt:lpstr>Results</vt:lpstr>
      <vt:lpstr>Results</vt:lpstr>
      <vt:lpstr>Analysis/Discussion of Results </vt:lpstr>
      <vt:lpstr>PowerPoint Presentation</vt:lpstr>
      <vt:lpstr>Remaining Tasks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Pneumothorax segmentation using U-Net architechture</dc:title>
  <dc:creator>Windows User</dc:creator>
  <cp:lastModifiedBy>user</cp:lastModifiedBy>
  <cp:revision>92</cp:revision>
  <dcterms:created xsi:type="dcterms:W3CDTF">2021-12-27T09:21:47Z</dcterms:created>
  <dcterms:modified xsi:type="dcterms:W3CDTF">2022-01-31T11:39:26Z</dcterms:modified>
</cp:coreProperties>
</file>